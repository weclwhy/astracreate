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2"/>
  </p:normalViewPr>
  <p:slideViewPr>
    <p:cSldViewPr snapToGrid="0">
      <p:cViewPr varScale="1">
        <p:scale>
          <a:sx n="113" d="100"/>
          <a:sy n="113" d="100"/>
        </p:scale>
        <p:origin x="4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4AF3B8-7383-BF6C-4420-8C84B28294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AFA052-EDB6-5398-827A-BAEFDDE03B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666539-7FA7-957D-0985-1D51D160F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67AC51-1198-02DF-BD39-0CC234E27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3171AC-1D18-5664-C72B-C5017BC50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5575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FF96D-E706-9B63-B1F3-2B19155F4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869103-CC94-9279-3609-CF3E0FB50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33F765A-1000-0F19-91D9-4845F1B1C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A2B-59D5-464C-5A16-01F78861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FCCD11F-3CDA-6BEF-A71C-373511A9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55479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B25EAA-FA93-93E2-55AE-6E6759894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E17508-9EC3-E44C-7202-A44219EA8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3C7298-6BF0-DC79-87CD-A69954E52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700DFC-97DA-AB6A-AB10-628E50F12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AF5742-2533-359F-5099-BC6E5A661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3044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998A60-D116-4396-F067-AF6E78006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58C9AA-38FD-1E38-9814-9697F908F7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114B5A-5268-1629-7632-A14DB2489D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197AE23-47DA-F896-B755-81BD708E7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74AECB-32CC-C78A-C7C8-4C0D7649D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597E03-34B8-32A8-4D1A-7512404AB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34674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9C3E66-37D7-7E0C-EB10-EAB84E62D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0241F1-73AF-66DD-44BE-F876AF74B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4A7401A-F38A-6023-035C-11702A295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461D1DF-CCED-11DE-3D81-D62725BADF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2C49FB6-0A30-FF5A-29BE-D8CBC4D80C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7C9C9AD-C22E-1320-745B-097E66EED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C5D1CE-AC73-5353-E756-DF1B06C56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AFC8068-5586-331B-6524-9DD749D40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4188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08D4D3-2E6B-FB4E-51A9-34288887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E036B0B-EF58-326C-2394-A3F340D97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FCAE9EC-BCA9-5767-9DC3-6A3EFE40F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59451EA-3736-A192-7296-366CD7089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69755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1544D26-722D-CF77-C653-2B4F474AE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AB0E9C1-D4E9-847D-8426-5E2820C0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22C0A5-FB47-614B-A1DA-E391D52B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96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1E3C58-6444-DE47-44CB-CA79E84A2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69F683-D3D8-80B4-8208-C0DC33241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98CCABD-53FE-7FB7-6669-733C03914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A678EA8-CB2C-E97E-594D-20D2EF37C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B56CF8-0528-8CB0-A1DD-2F4DCD9E0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D48D2D-9950-856F-6C8D-4314F0E52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7763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AFAAC1-4AD5-CE69-A236-67662553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47E0A56-BF21-1493-D1C1-24CE10F64E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6878E-E14E-3370-4D8A-34A5F6BF26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2BD1E69-4ECF-9ED0-7481-9CB37FA01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1C8FAB1-E146-DB3F-039B-DD5C8C114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4128BF1-4F74-CBD3-2544-E5AF218E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3719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EA1E15-B5A8-8DD4-7C8C-E4D50D567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82EB689-46E6-A0F2-54C8-9BE5D2A8ED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582442-2428-27BA-9872-281A3DA4F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D0E01C-813A-A666-9FE8-9863369C8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C53ACC-94EB-3A4D-42B8-D2D07ADB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40261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4E1DD00-92E1-5ACC-CB32-AFCF3CEF7B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CD1817-B2C3-DF9A-8D21-B239075F4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A28606-4F21-F784-2E5B-A9751A5AF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B977D4-D7D2-0A03-5BE4-CA7EB0822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CC6CB5-82EB-3729-5976-9A4614659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12514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89F3510-64D9-9FE4-29B8-B323DB2A4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4764F6-1BDA-4198-0631-09FFFB3758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FE6A6D-E5A8-3F87-D7AD-CB51D1CF4F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249D28-AC80-E64B-8281-91A8135449EB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EF2A7A-6D5E-E81E-5F9B-7A1EF6DD27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BF8A08-4AB2-43D9-4797-4D447081A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26611C-57C7-924C-9616-368F4415E9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3651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宽屏</PresentationFormat>
  <Paragraphs>0</Paragraphs>
  <Slides>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4" baseType="lpstr">
      <vt:lpstr>等线</vt:lpstr>
      <vt:lpstr>等线 Light</vt:lpstr>
      <vt:lpstr>Arial</vt:lpstr>
      <vt:lpstr>Office 主题​​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revision>1</cp:revision>
</cp:coreProperties>
</file>
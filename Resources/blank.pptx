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22"/>
  </p:normalViewPr>
  <p:slideViewPr>
    <p:cSldViewPr snapToGrid="0">
      <p:cViewPr varScale="1">
        <p:scale>
          <a:sx n="113" d="100"/>
          <a:sy n="113" d="100"/>
        </p:scale>
        <p:origin x="42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viewProps" Target="viewProps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tableStyles" Target="tableStyles.xml"/><Relationship Id="rId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4AF3B8-7383-BF6C-4420-8C84B28294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1AFA052-EDB6-5398-827A-BAEFDDE03B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E666539-7FA7-957D-0985-1D51D160FE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49D28-AC80-E64B-8281-91A8135449EB}" type="datetimeFigureOut">
              <a:rPr kumimoji="1" lang="zh-CN" altLang="en-US" smtClean="0"/>
              <a:t>2026/6/4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067AC51-1198-02DF-BD39-0CC234E27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33171AC-1D18-5664-C72B-C5017BC50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6611C-57C7-924C-9616-368F4415E92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55750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AFF96D-E706-9B63-B1F3-2B19155F4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C869103-CC94-9279-3609-CF3E0FB50E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33F765A-1000-0F19-91D9-4845F1B1CD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49D28-AC80-E64B-8281-91A8135449EB}" type="datetimeFigureOut">
              <a:rPr kumimoji="1" lang="zh-CN" altLang="en-US" smtClean="0"/>
              <a:t>2026/6/4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1579A2B-59D5-464C-5A16-01F788610A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FCCD11F-3CDA-6BEF-A71C-373511A9C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6611C-57C7-924C-9616-368F4415E92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554799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B25EAA-FA93-93E2-55AE-6E6759894D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FE17508-9EC3-E44C-7202-A44219EA8D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83C7298-6BF0-DC79-87CD-A69954E52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49D28-AC80-E64B-8281-91A8135449EB}" type="datetimeFigureOut">
              <a:rPr kumimoji="1" lang="zh-CN" altLang="en-US" smtClean="0"/>
              <a:t>2026/6/4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7700DFC-97DA-AB6A-AB10-628E50F12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0AF5742-2533-359F-5099-BC6E5A661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6611C-57C7-924C-9616-368F4415E92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730441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998A60-D116-4396-F067-AF6E78006B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E58C9AA-38FD-1E38-9814-9697F908F7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8114B5A-5268-1629-7632-A14DB2489D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197AE23-47DA-F896-B755-81BD708E7A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49D28-AC80-E64B-8281-91A8135449EB}" type="datetimeFigureOut">
              <a:rPr kumimoji="1" lang="zh-CN" altLang="en-US" smtClean="0"/>
              <a:t>2026/6/4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B74AECB-32CC-C78A-C7C8-4C0D7649D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C597E03-34B8-32A8-4D1A-7512404AB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6611C-57C7-924C-9616-368F4415E92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346749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9C3E66-37D7-7E0C-EB10-EAB84E62D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30241F1-73AF-66DD-44BE-F876AF74BB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4A7401A-F38A-6023-035C-11702A2959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461D1DF-CCED-11DE-3D81-D62725BADF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2C49FB6-0A30-FF5A-29BE-D8CBC4D80C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7C9C9AD-C22E-1320-745B-097E66EEDF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49D28-AC80-E64B-8281-91A8135449EB}" type="datetimeFigureOut">
              <a:rPr kumimoji="1" lang="zh-CN" altLang="en-US" smtClean="0"/>
              <a:t>2026/6/4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DC5D1CE-AC73-5353-E756-DF1B06C56E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AFC8068-5586-331B-6524-9DD749D40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6611C-57C7-924C-9616-368F4415E92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418858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08D4D3-2E6B-FB4E-51A9-34288887F6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E036B0B-EF58-326C-2394-A3F340D97F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49D28-AC80-E64B-8281-91A8135449EB}" type="datetimeFigureOut">
              <a:rPr kumimoji="1" lang="zh-CN" altLang="en-US" smtClean="0"/>
              <a:t>2026/6/4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FCAE9EC-BCA9-5767-9DC3-6A3EFE40F8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59451EA-3736-A192-7296-366CD70899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6611C-57C7-924C-9616-368F4415E92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697559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1544D26-722D-CF77-C653-2B4F474AEE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49D28-AC80-E64B-8281-91A8135449EB}" type="datetimeFigureOut">
              <a:rPr kumimoji="1" lang="zh-CN" altLang="en-US" smtClean="0"/>
              <a:t>2026/6/4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AB0E9C1-D4E9-847D-8426-5E2820C00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222C0A5-FB47-614B-A1DA-E391D52BB1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6611C-57C7-924C-9616-368F4415E92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69664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1E3C58-6444-DE47-44CB-CA79E84A2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369F683-D3D8-80B4-8208-C0DC33241C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98CCABD-53FE-7FB7-6669-733C039148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A678EA8-CB2C-E97E-594D-20D2EF37C6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49D28-AC80-E64B-8281-91A8135449EB}" type="datetimeFigureOut">
              <a:rPr kumimoji="1" lang="zh-CN" altLang="en-US" smtClean="0"/>
              <a:t>2026/6/4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7B56CF8-0528-8CB0-A1DD-2F4DCD9E0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CD48D2D-9950-856F-6C8D-4314F0E52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6611C-57C7-924C-9616-368F4415E92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77636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AFAAC1-4AD5-CE69-A236-6766255304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47E0A56-BF21-1493-D1C1-24CE10F64E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386878E-E14E-3370-4D8A-34A5F6BF26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2BD1E69-4ECF-9ED0-7481-9CB37FA019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49D28-AC80-E64B-8281-91A8135449EB}" type="datetimeFigureOut">
              <a:rPr kumimoji="1" lang="zh-CN" altLang="en-US" smtClean="0"/>
              <a:t>2026/6/4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1C8FAB1-E146-DB3F-039B-DD5C8C114E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4128BF1-4F74-CBD3-2544-E5AF218EF1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6611C-57C7-924C-9616-368F4415E92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837193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EA1E15-B5A8-8DD4-7C8C-E4D50D567C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82EB689-46E6-A0F2-54C8-9BE5D2A8ED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9582442-2428-27BA-9872-281A3DA4FF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49D28-AC80-E64B-8281-91A8135449EB}" type="datetimeFigureOut">
              <a:rPr kumimoji="1" lang="zh-CN" altLang="en-US" smtClean="0"/>
              <a:t>2026/6/4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BD0E01C-813A-A666-9FE8-9863369C8B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FC53ACC-94EB-3A4D-42B8-D2D07ADB6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6611C-57C7-924C-9616-368F4415E92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402613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4E1DD00-92E1-5ACC-CB32-AFCF3CEF7B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9CD1817-B2C3-DF9A-8D21-B239075F4A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8A28606-4F21-F784-2E5B-A9751A5AF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49D28-AC80-E64B-8281-91A8135449EB}" type="datetimeFigureOut">
              <a:rPr kumimoji="1" lang="zh-CN" altLang="en-US" smtClean="0"/>
              <a:t>2026/6/4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6B977D4-D7D2-0A03-5BE4-CA7EB08220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1CC6CB5-82EB-3729-5976-9A4614659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6611C-57C7-924C-9616-368F4415E92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125143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89F3510-64D9-9FE4-29B8-B323DB2A4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E4764F6-1BDA-4198-0631-09FFFB3758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9FE6A6D-E5A8-3F87-D7AD-CB51D1CF4F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249D28-AC80-E64B-8281-91A8135449EB}" type="datetimeFigureOut">
              <a:rPr kumimoji="1" lang="zh-CN" altLang="en-US" smtClean="0"/>
              <a:t>2026/6/4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4EF2A7A-6D5E-E81E-5F9B-7A1EF6DD27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DBF8A08-4AB2-43D9-4797-4D447081A6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26611C-57C7-924C-9616-368F4415E92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436518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宽屏</PresentationFormat>
  <Paragraphs>0</Paragraphs>
  <Slides>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0</vt:i4>
      </vt:variant>
    </vt:vector>
  </HeadingPairs>
  <TitlesOfParts>
    <vt:vector size="4" baseType="lpstr">
      <vt:lpstr>等线</vt:lpstr>
      <vt:lpstr>等线 Light</vt:lpstr>
      <vt:lpstr>Arial</vt:lpstr>
      <vt:lpstr>Office 主题​​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haoyu wang</dc:creator>
  <cp:lastModifiedBy>haoyu wang</cp:lastModifiedBy>
  <cp:revision>1</cp:revision>
  <dcterms:created xsi:type="dcterms:W3CDTF">2026-06-04T12:31:46Z</dcterms:created>
  <dcterms:modified xsi:type="dcterms:W3CDTF">2026-06-04T12:31:51Z</dcterms:modified>
</cp:coreProperties>
</file>